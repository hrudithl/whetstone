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>
                <a:solidFill>
                  <a:srgbClr val="19375F"/>
                </a:solidFill>
                <a:latin typeface="Consolas"/>
              </a:rPr>
              <a:t>Marrow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0">
                <a:solidFill>
                  <a:srgbClr val="4287F5"/>
                </a:solidFill>
                <a:latin typeface="Consolas"/>
              </a:rPr>
              <a:t>Know what your tests actually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>
                <a:solidFill>
                  <a:srgbClr val="19375F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• Big test suites hide their gaps</a:t>
            </a:r>
          </a:p>
          <a:p>
            <a:pPr/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• Large suites are slow and nobody knows</a:t>
            </a:r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  which tests cover which code</a:t>
            </a:r>
          </a:p>
          <a:p>
            <a:pPr/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• Dead tests linger and real gaps</a:t>
            </a:r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  go unnoticed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>
                <a:solidFill>
                  <a:srgbClr val="19375F"/>
                </a:solidFill>
                <a:latin typeface="Consolas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Watch one run. Draw the real map.</a:t>
            </a:r>
          </a:p>
          <a:p>
            <a:pPr/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• Marrow instruments a single test run</a:t>
            </a:r>
          </a:p>
          <a:p>
            <a:pPr/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• Produces a test→code coverage map</a:t>
            </a:r>
          </a:p>
          <a:p>
            <a:pPr/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• No annotations, no config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>
                <a:solidFill>
                  <a:srgbClr val="19375F"/>
                </a:solidFill>
                <a:latin typeface="Consolas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1. Run: marrow watch -- &lt;your test cmd&gt;</a:t>
            </a:r>
          </a:p>
          <a:p>
            <a:pPr/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2. Marrow records which lines each test</a:t>
            </a:r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   exercised</a:t>
            </a:r>
          </a:p>
          <a:p>
            <a:pPr/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3. Emits interactive map + dead tests +</a:t>
            </a:r>
          </a:p>
          <a:p>
            <a:pPr/>
            <a:r>
              <a:rPr sz="1800" b="0">
                <a:solidFill>
                  <a:srgbClr val="19375F"/>
                </a:solidFill>
                <a:latin typeface="Consolas"/>
              </a:rPr>
              <a:t>   untested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onsolas"/>
              </a:rPr>
              <a:t>Install Marrow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0">
                <a:solidFill>
                  <a:srgbClr val="4287F5"/>
                </a:solidFill>
                <a:latin typeface="Consolas"/>
              </a:rPr>
              <a:t>pipx install marrow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Consolas"/>
              </a:rPr>
              <a:t>Works with pytest, Jest, go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