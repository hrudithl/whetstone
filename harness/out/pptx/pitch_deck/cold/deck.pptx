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800" b="1">
                <a:solidFill>
                  <a:srgbClr val="007896"/>
                </a:solidFill>
                <a:latin typeface="Calibri"/>
              </a:defRPr>
            </a:pPr>
            <a:r>
              <a:t>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646464"/>
                </a:solidFill>
                <a:latin typeface="Calibri"/>
              </a:defRPr>
            </a:pPr>
            <a: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282828"/>
                </a:solidFill>
                <a:latin typeface="Calibri"/>
              </a:defRPr>
            </a:pPr>
            <a:r>
              <a:t>Big test suites hide their gaps.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Large test suites are slow and hard to navigate.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Nobody knows which tests cover which code.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Dead tests linger. Real gaps go unnoticed.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282828"/>
                </a:solidFill>
                <a:latin typeface="Calibri"/>
              </a:defRPr>
            </a:pPr>
            <a:r>
              <a:t>Watch one run. Draw the real map.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Marrow instruments a single test run.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Produces a test → code coverage map.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282828"/>
                </a:solidFill>
                <a:latin typeface="Calibri"/>
              </a:defRPr>
            </a:pPr>
            <a:r>
              <a:t>No annotations. No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2828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  <a:r>
              <a:t>1. Run: marrow watch -- &lt;your test cmd&gt;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  <a:r>
              <a:t>2. Marrow records which lines each test exercised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  <a:r>
              <a:t>3. Emits an interactive map, lists dead tests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>
                <a:solidFill>
                  <a:srgbClr val="282828"/>
                </a:solidFill>
                <a:latin typeface="Calibri"/>
              </a:defRPr>
            </a:pPr>
            <a:r>
              <a:t>   and untested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82828"/>
                </a:solidFill>
                <a:latin typeface="Calibri"/>
              </a:defRPr>
            </a:pPr>
            <a:r>
              <a:t>Install 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7896"/>
                </a:solidFill>
                <a:latin typeface="Courier New"/>
              </a:defRPr>
            </a:pPr>
            <a:r>
              <a:t>pipx install marrow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646464"/>
                </a:solidFill>
                <a:latin typeface="Calibri"/>
              </a:defRPr>
            </a:pPr>
            <a:r>
              <a:t>Works with pytest, Jest, go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