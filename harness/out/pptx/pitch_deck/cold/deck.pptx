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009688"/>
                </a:solidFill>
                <a:latin typeface="Calibri"/>
              </a:defRPr>
            </a:pPr>
            <a:r>
              <a:t>Marrow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1E1E1E"/>
                </a:solidFill>
                <a:latin typeface="Calibri"/>
              </a:defRPr>
            </a:pPr>
            <a:r>
              <a:t>Know what your tests actually cover.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009688"/>
                </a:solidFill>
                <a:latin typeface="Calibri"/>
              </a:defRPr>
            </a:pPr>
            <a:r>
              <a:t>Big test suites hide their gaps.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1E1E1E"/>
                </a:solidFill>
                <a:latin typeface="Calibri"/>
              </a:defRPr>
            </a:pPr>
            <a:r>
              <a:t>Large suites are slow and opaque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1E1E1E"/>
                </a:solidFill>
                <a:latin typeface="Calibri"/>
              </a:defRPr>
            </a:pPr>
            <a:r>
              <a:t>Nobody knows which tests cover which code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1E1E1E"/>
                </a:solidFill>
                <a:latin typeface="Calibri"/>
              </a:defRPr>
            </a:pPr>
            <a:r>
              <a:t>Dead tests linger, real gaps go unnoticed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009688"/>
                </a:solidFill>
                <a:latin typeface="Calibri"/>
              </a:defRPr>
            </a:pPr>
            <a:r>
              <a:t>Watch one run. Draw the real map.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1E1E1E"/>
                </a:solidFill>
                <a:latin typeface="Calibri"/>
              </a:defRPr>
            </a:pPr>
            <a:r>
              <a:t>Instruments a single test run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1E1E1E"/>
                </a:solidFill>
                <a:latin typeface="Calibri"/>
              </a:defRPr>
            </a:pPr>
            <a:r>
              <a:t>Produces a test→code coverage map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1E1E1E"/>
                </a:solidFill>
                <a:latin typeface="Calibri"/>
              </a:defRPr>
            </a:pPr>
            <a:r>
              <a:t>No annotations, no config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009688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1E1E1E"/>
                </a:solidFill>
                <a:latin typeface="Calibri"/>
              </a:defRPr>
            </a:pPr>
            <a:r>
              <a:t>Run: marrow watch -- &lt;your test cmd&gt;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1E1E1E"/>
                </a:solidFill>
                <a:latin typeface="Calibri"/>
              </a:defRPr>
            </a:pPr>
            <a:r>
              <a:t>Records which lines each test exercised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1E1E1E"/>
                </a:solidFill>
                <a:latin typeface="Calibri"/>
              </a:defRPr>
            </a:pPr>
            <a:r>
              <a:t>Emits interactive map + dead tests + untested 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009688"/>
                </a:solidFill>
                <a:latin typeface="Calibri"/>
              </a:defRPr>
            </a:pPr>
            <a:r>
              <a:t>Install Marrow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1E1E1E"/>
                </a:solidFill>
                <a:latin typeface="Calibri"/>
              </a:defRPr>
            </a:pPr>
            <a:r>
              <a:t>pipx install marrow</a:t>
            </a:r>
          </a:p>
          <a:p>
            <a:pPr>
              <a:spcBef>
                <a:spcPts val="1200"/>
              </a:spcBef>
              <a:spcAft>
                <a:spcPts val="1200"/>
              </a:spcAft>
              <a:defRPr sz="2800">
                <a:solidFill>
                  <a:srgbClr val="1E1E1E"/>
                </a:solidFill>
                <a:latin typeface="Calibri"/>
              </a:defRPr>
            </a:pPr>
            <a:r>
              <a:t>Works with pytest, Jest, go test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