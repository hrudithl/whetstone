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628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600" b="1">
                <a:solidFill>
                  <a:srgbClr val="17181A"/>
                </a:solidFill>
                <a:latin typeface="Arial"/>
              </a:rPr>
              <a:t>Marrow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1447" y="3639312"/>
            <a:ext cx="1828800" cy="50800"/>
          </a:xfrm>
          <a:prstGeom prst="rect">
            <a:avLst/>
          </a:prstGeom>
          <a:solidFill>
            <a:srgbClr val="B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41648"/>
            <a:ext cx="103628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2300" b="0">
                <a:solidFill>
                  <a:srgbClr val="5F6367"/>
                </a:solidFill>
                <a:latin typeface="Arial"/>
              </a:rPr>
              <a:t>Know what your tests actually cover.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5F6367"/>
                </a:solidFill>
                <a:latin typeface="Arial"/>
              </a:rPr>
              <a:t>A CLI that maps a repo's tests to the code they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3628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17181A"/>
                </a:solidFill>
                <a:latin typeface="Arial"/>
              </a:rPr>
              <a:t>Big test suites hide their gaps.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64327" y="1709928"/>
            <a:ext cx="1463040" cy="50800"/>
          </a:xfrm>
          <a:prstGeom prst="rect">
            <a:avLst/>
          </a:prstGeom>
          <a:solidFill>
            <a:srgbClr val="B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F6367"/>
                </a:solidFill>
                <a:latin typeface="Arial"/>
              </a:rPr>
              <a:t>2/5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651760"/>
            <a:ext cx="88084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1800"/>
              </a:spcAft>
            </a:pPr>
            <a:r>
              <a:rPr sz="2300" b="1">
                <a:solidFill>
                  <a:srgbClr val="B0402F"/>
                </a:solidFill>
                <a:latin typeface="Arial"/>
              </a:rPr>
              <a:t>Nobody knows which tests cover which code.</a:t>
            </a:r>
          </a:p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800" b="0">
                <a:solidFill>
                  <a:srgbClr val="5F6367"/>
                </a:solidFill>
                <a:latin typeface="Arial"/>
              </a:rPr>
              <a:t>Large suites are slow, and the mapping from test to code lives only in people's heads. So dead tests linger for years, and real gaps in coverage go unnoticed.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3628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17181A"/>
                </a:solidFill>
                <a:latin typeface="Arial"/>
              </a:rPr>
              <a:t>Watch one run. Draw the real map.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64327" y="1709928"/>
            <a:ext cx="1463040" cy="50800"/>
          </a:xfrm>
          <a:prstGeom prst="rect">
            <a:avLst/>
          </a:prstGeom>
          <a:solidFill>
            <a:srgbClr val="B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F6367"/>
                </a:solidFill>
                <a:latin typeface="Arial"/>
              </a:rPr>
              <a:t>3/5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651760"/>
            <a:ext cx="88084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1800"/>
              </a:spcAft>
            </a:pPr>
            <a:r>
              <a:rPr sz="2300" b="1">
                <a:solidFill>
                  <a:srgbClr val="B0402F"/>
                </a:solidFill>
                <a:latin typeface="Arial"/>
              </a:rPr>
              <a:t>One instrumented test run is enough.</a:t>
            </a:r>
          </a:p>
          <a:p>
            <a:pPr algn="ctr">
              <a:lnSpc>
                <a:spcPct val="145000"/>
              </a:lnSpc>
              <a:spcAft>
                <a:spcPts val="0"/>
              </a:spcAft>
            </a:pPr>
            <a:r>
              <a:rPr sz="1800" b="0">
                <a:solidFill>
                  <a:srgbClr val="5F6367"/>
                </a:solidFill>
                <a:latin typeface="Arial"/>
              </a:rPr>
              <a:t>Marrow instruments a single test run and produces a test→code coverage map — no annotations, no config.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3628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17181A"/>
                </a:solidFill>
                <a:latin typeface="Arial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64327" y="1709928"/>
            <a:ext cx="1463040" cy="50800"/>
          </a:xfrm>
          <a:prstGeom prst="rect">
            <a:avLst/>
          </a:prstGeom>
          <a:solidFill>
            <a:srgbClr val="B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F6367"/>
                </a:solidFill>
                <a:latin typeface="Arial"/>
              </a:rPr>
              <a:t>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395728"/>
            <a:ext cx="3149498" cy="38100"/>
          </a:xfrm>
          <a:prstGeom prst="rect">
            <a:avLst/>
          </a:prstGeom>
          <a:solidFill>
            <a:srgbClr val="F0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31494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402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35808"/>
            <a:ext cx="31494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7181A"/>
                </a:solidFill>
                <a:latin typeface="Arial"/>
              </a:rPr>
              <a:t>Run your suite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5F6367"/>
                </a:solidFill>
                <a:latin typeface="Arial"/>
              </a:rPr>
              <a:t>Prefix the test command you already use: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443984"/>
            <a:ext cx="3149498" cy="566928"/>
          </a:xfrm>
          <a:prstGeom prst="roundRect">
            <a:avLst>
              <a:gd name="adj" fmla="val 18000"/>
            </a:avLst>
          </a:prstGeom>
          <a:solidFill>
            <a:srgbClr val="F0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7181A"/>
                </a:solidFill>
                <a:latin typeface="Consolas"/>
              </a:rPr>
              <a:t>marrow watch -- &lt;your test cmd&gt;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098" y="2395728"/>
            <a:ext cx="3149498" cy="38100"/>
          </a:xfrm>
          <a:prstGeom prst="rect">
            <a:avLst/>
          </a:prstGeom>
          <a:solidFill>
            <a:srgbClr val="F0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1098" y="2578608"/>
            <a:ext cx="31494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402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3035808"/>
            <a:ext cx="31494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7181A"/>
                </a:solidFill>
                <a:latin typeface="Arial"/>
              </a:rPr>
              <a:t>Marrow watches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5F6367"/>
                </a:solidFill>
                <a:latin typeface="Arial"/>
              </a:rPr>
              <a:t>It records which lines each test exercised, as the suite runs.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2395728"/>
            <a:ext cx="3149498" cy="38100"/>
          </a:xfrm>
          <a:prstGeom prst="rect">
            <a:avLst/>
          </a:prstGeom>
          <a:solidFill>
            <a:srgbClr val="F0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2578608"/>
            <a:ext cx="31494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402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796" y="3035808"/>
            <a:ext cx="31494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7181A"/>
                </a:solidFill>
                <a:latin typeface="Arial"/>
              </a:rPr>
              <a:t>Read the map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5F6367"/>
                </a:solidFill>
                <a:latin typeface="Arial"/>
              </a:rPr>
              <a:t>You get an interactive test→code map, plus a list of dead tests and untested 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3628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17181A"/>
                </a:solidFill>
                <a:latin typeface="Arial"/>
              </a:rPr>
              <a:t>Install Marrow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364327" y="1709928"/>
            <a:ext cx="1463040" cy="50800"/>
          </a:xfrm>
          <a:prstGeom prst="rect">
            <a:avLst/>
          </a:prstGeom>
          <a:solidFill>
            <a:srgbClr val="B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6199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F6367"/>
                </a:solidFill>
                <a:latin typeface="Arial"/>
              </a:rPr>
              <a:t>5/5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75607" y="2880360"/>
            <a:ext cx="3840480" cy="566928"/>
          </a:xfrm>
          <a:prstGeom prst="roundRect">
            <a:avLst>
              <a:gd name="adj" fmla="val 18000"/>
            </a:avLst>
          </a:prstGeom>
          <a:solidFill>
            <a:srgbClr val="F0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17181A"/>
                </a:solidFill>
                <a:latin typeface="Consolas"/>
              </a:rPr>
              <a:t>pipx install marrow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77056"/>
            <a:ext cx="103628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2300" b="1">
                <a:solidFill>
                  <a:srgbClr val="17181A"/>
                </a:solidFill>
                <a:latin typeface="Arial"/>
              </a:rPr>
              <a:t>Works with pytest, Jest, go test.</a:t>
            </a:r>
          </a:p>
          <a:p>
            <a:pPr algn="ctr">
              <a:spcAft>
                <a:spcPts val="0"/>
              </a:spcAft>
            </a:pPr>
            <a:r>
              <a:rPr sz="1500" b="0">
                <a:solidFill>
                  <a:srgbClr val="5F6367"/>
                </a:solidFill>
                <a:latin typeface="Arial"/>
              </a:rPr>
              <a:t>Point it at the suite you already have, and see the real map.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