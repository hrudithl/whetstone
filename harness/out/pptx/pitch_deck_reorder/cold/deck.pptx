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200" b="1">
                <a:solidFill>
                  <a:srgbClr val="17181A"/>
                </a:solidFill>
                <a:latin typeface="Arial"/>
              </a:rPr>
              <a:t>Marrow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4327" y="3703320"/>
            <a:ext cx="1463040" cy="508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F6368"/>
                </a:solidFill>
                <a:latin typeface="Arial"/>
              </a:rPr>
              <a:t>Know what your tests actually cover.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7181A"/>
                </a:solidFill>
                <a:latin typeface="Arial"/>
              </a:rPr>
              <a:t>Big test suites hide their gaps.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547207" y="1965960"/>
            <a:ext cx="1097280" cy="508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606040"/>
            <a:ext cx="825977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1800"/>
              </a:spcAft>
            </a:pPr>
            <a:r>
              <a:rPr sz="2000" b="0">
                <a:solidFill>
                  <a:srgbClr val="17181A"/>
                </a:solidFill>
                <a:latin typeface="Arial"/>
              </a:rPr>
              <a:t>Large suites are slow, and nobody knows which tests cover which code.</a:t>
            </a:r>
          </a:p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F6368"/>
                </a:solidFill>
                <a:latin typeface="Arial"/>
              </a:rPr>
              <a:t>So dead tests linger for years — and the real gaps go unnoticed.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7181A"/>
                </a:solidFill>
                <a:latin typeface="Arial"/>
              </a:rPr>
              <a:t>Watch one run. Draw the real 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547207" y="1965960"/>
            <a:ext cx="1097280" cy="508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606040"/>
            <a:ext cx="825977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1800"/>
              </a:spcAft>
            </a:pPr>
            <a:r>
              <a:rPr sz="2000" b="0">
                <a:solidFill>
                  <a:srgbClr val="17181A"/>
                </a:solidFill>
                <a:latin typeface="Arial"/>
              </a:rPr>
              <a:t>Marrow instruments a single test run and produces a test → code coverage map.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B4531F"/>
                </a:solidFill>
                <a:latin typeface="Arial"/>
              </a:rPr>
              <a:t>No annotations. No config.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7181A"/>
                </a:solidFill>
                <a:latin typeface="Arial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47207" y="1965960"/>
            <a:ext cx="1097280" cy="508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32104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B4531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72968"/>
            <a:ext cx="32104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7181A"/>
                </a:solidFill>
                <a:latin typeface="Arial"/>
              </a:rPr>
              <a:t>Run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3210458" cy="1005840"/>
          </a:xfrm>
          <a:prstGeom prst="roundRect">
            <a:avLst/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B4531F"/>
                </a:solidFill>
                <a:latin typeface="Consolas"/>
              </a:rPr>
              <a:t>marrow watch -- &lt;your test cmd&gt;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0618" y="2606040"/>
            <a:ext cx="32104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B4531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0618" y="3172968"/>
            <a:ext cx="32104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7181A"/>
                </a:solidFill>
                <a:latin typeface="Arial"/>
              </a:rPr>
              <a:t>It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3703320"/>
            <a:ext cx="321045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F6368"/>
                </a:solidFill>
                <a:latin typeface="Arial"/>
              </a:rPr>
              <a:t>Marrow records which lines each test exercised.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8276" y="2606040"/>
            <a:ext cx="32104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B4531F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276" y="3172968"/>
            <a:ext cx="32104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7181A"/>
                </a:solidFill>
                <a:latin typeface="Arial"/>
              </a:rPr>
              <a:t>It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3703320"/>
            <a:ext cx="321045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F6368"/>
                </a:solidFill>
                <a:latin typeface="Arial"/>
              </a:rPr>
              <a:t>You get an interactive map, plus a list of dead tests and untested 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7181A"/>
                </a:solidFill>
                <a:latin typeface="Arial"/>
              </a:rPr>
              <a:t>Install Marrow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547207" y="1965960"/>
            <a:ext cx="1097280" cy="508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18407" y="2606040"/>
            <a:ext cx="4754880" cy="914400"/>
          </a:xfrm>
          <a:prstGeom prst="roundRect">
            <a:avLst/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B4531F"/>
                </a:solidFill>
                <a:latin typeface="Consolas"/>
              </a:rPr>
              <a:t>pipx install marrow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F6368"/>
                </a:solidFill>
                <a:latin typeface="Arial"/>
              </a:rPr>
              <a:t>Works with pytest, Jest, go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