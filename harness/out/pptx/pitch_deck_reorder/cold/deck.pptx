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457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1C1B19"/>
                </a:solidFill>
                <a:latin typeface="Arial"/>
              </a:rPr>
              <a:t>Marrow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1447" y="3611880"/>
            <a:ext cx="1828800" cy="41148"/>
          </a:xfrm>
          <a:prstGeom prst="rect">
            <a:avLst/>
          </a:prstGeom>
          <a:solidFill>
            <a:srgbClr val="C24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B665F"/>
                </a:solidFill>
                <a:latin typeface="Arial"/>
              </a:rPr>
              <a:t>Know what your tests actually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65F"/>
                </a:solidFill>
                <a:latin typeface="Arial"/>
              </a:rPr>
              <a:t>A CLI that maps a repo's tests to the code they actually cover.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C1B19"/>
                </a:solidFill>
                <a:latin typeface="Arial"/>
              </a:rPr>
              <a:t>Big test suites hide their gaps.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047" y="2084831"/>
            <a:ext cx="1371600" cy="41148"/>
          </a:xfrm>
          <a:prstGeom prst="rect">
            <a:avLst/>
          </a:prstGeom>
          <a:solidFill>
            <a:srgbClr val="C24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98167" y="2788920"/>
            <a:ext cx="8595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C2472F"/>
                </a:solidFill>
                <a:latin typeface="Arial"/>
              </a:rPr>
              <a:t>•   </a:t>
            </a:r>
            <a:r>
              <a:rPr sz="1800">
                <a:solidFill>
                  <a:srgbClr val="1C1B19"/>
                </a:solidFill>
                <a:latin typeface="Arial"/>
              </a:rPr>
              <a:t>Large suites are slow — a full run is a coffee break, not a feedback loop.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C2472F"/>
                </a:solidFill>
                <a:latin typeface="Arial"/>
              </a:rPr>
              <a:t>•   </a:t>
            </a:r>
            <a:r>
              <a:rPr sz="1800">
                <a:solidFill>
                  <a:srgbClr val="1C1B19"/>
                </a:solidFill>
                <a:latin typeface="Arial"/>
              </a:rPr>
              <a:t>Nobody knows which tests cover which code.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C2472F"/>
                </a:solidFill>
                <a:latin typeface="Arial"/>
              </a:rPr>
              <a:t>•   </a:t>
            </a:r>
            <a:r>
              <a:rPr sz="1800">
                <a:solidFill>
                  <a:srgbClr val="1C1B19"/>
                </a:solidFill>
                <a:latin typeface="Arial"/>
              </a:rPr>
              <a:t>So dead tests linger, and real gaps go unnoticed.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65F"/>
                </a:solidFill>
                <a:latin typeface="Arial"/>
              </a:rPr>
              <a:t>Marrow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5535" y="6144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65F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C1B19"/>
                </a:solidFill>
                <a:latin typeface="Arial"/>
              </a:rPr>
              <a:t>Watch one run. Draw the real map.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047" y="2084831"/>
            <a:ext cx="1371600" cy="41148"/>
          </a:xfrm>
          <a:prstGeom prst="rect">
            <a:avLst/>
          </a:prstGeom>
          <a:solidFill>
            <a:srgbClr val="C24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834640"/>
            <a:ext cx="8351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C1B19"/>
                </a:solidFill>
                <a:latin typeface="Arial"/>
              </a:rPr>
              <a:t>Marrow instruments a single test run and produces a test→code coverage map.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245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472F"/>
                </a:solidFill>
                <a:latin typeface="Arial"/>
              </a:rPr>
              <a:t>No annotations.   No config.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44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65F"/>
                </a:solidFill>
                <a:latin typeface="Arial"/>
              </a:rPr>
              <a:t>Marrow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535" y="6144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65F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C1B19"/>
                </a:solidFill>
                <a:latin typeface="Arial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047" y="2084831"/>
            <a:ext cx="1371600" cy="41148"/>
          </a:xfrm>
          <a:prstGeom prst="rect">
            <a:avLst/>
          </a:prstGeom>
          <a:solidFill>
            <a:srgbClr val="C24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697480"/>
            <a:ext cx="3210458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D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63240"/>
            <a:ext cx="24789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2472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247893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C1B19"/>
                </a:solidFill>
                <a:latin typeface="Arial"/>
              </a:rPr>
              <a:t>Run </a:t>
            </a:r>
            <a:r>
              <a:rPr sz="1600">
                <a:solidFill>
                  <a:srgbClr val="C2472F"/>
                </a:solidFill>
                <a:latin typeface="Consolas"/>
              </a:rPr>
              <a:t>marrow watch -- &lt;your test cmd&gt;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0618" y="2697480"/>
            <a:ext cx="3210458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D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6378" y="3063240"/>
            <a:ext cx="24789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2472F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6378" y="3657600"/>
            <a:ext cx="247893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C1B19"/>
                </a:solidFill>
                <a:latin typeface="Arial"/>
              </a:rPr>
              <a:t>Marrow records which lines each test exercised.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8276" y="2697480"/>
            <a:ext cx="3210458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D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24036" y="3063240"/>
            <a:ext cx="24789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2472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4036" y="3657600"/>
            <a:ext cx="247893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C1B19"/>
                </a:solidFill>
                <a:latin typeface="Arial"/>
              </a:rPr>
              <a:t>It emits an interactive map, plus a list of dead tests and untested 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44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65F"/>
                </a:solidFill>
                <a:latin typeface="Arial"/>
              </a:rPr>
              <a:t>Marrow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5535" y="6144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65F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C1B19"/>
                </a:solidFill>
                <a:latin typeface="Arial"/>
              </a:rPr>
              <a:t>Install Marrow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047" y="2084831"/>
            <a:ext cx="1371600" cy="41148"/>
          </a:xfrm>
          <a:prstGeom prst="rect">
            <a:avLst/>
          </a:prstGeom>
          <a:solidFill>
            <a:srgbClr val="C24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26967" y="2880360"/>
            <a:ext cx="4937760" cy="105156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C247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B19"/>
                </a:solidFill>
                <a:latin typeface="Consolas"/>
              </a:rPr>
              <a:t>pipx install marrow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15968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6B665F"/>
                </a:solidFill>
                <a:latin typeface="Arial"/>
              </a:rPr>
              <a:t>Works with pytest, Jest, go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44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65F"/>
                </a:solidFill>
                <a:latin typeface="Arial"/>
              </a:rPr>
              <a:t>Marrow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535" y="6144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65F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