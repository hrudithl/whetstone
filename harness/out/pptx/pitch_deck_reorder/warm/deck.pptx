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40280"/>
            <a:ext cx="103628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1A1A1A"/>
                </a:solidFill>
                <a:latin typeface="Arial"/>
              </a:rPr>
              <a:t>Marrow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3703320"/>
            <a:ext cx="1828800" cy="571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B6B66"/>
                </a:solidFill>
                <a:latin typeface="Arial"/>
              </a:rPr>
              <a:t>Know what your tests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4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77240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6EE"/>
                </a:solidFill>
                <a:latin typeface="Arial"/>
              </a:rPr>
              <a:t>Install Marrow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5767" y="1691640"/>
            <a:ext cx="1280160" cy="57150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69767" y="2606040"/>
            <a:ext cx="5852160" cy="1234440"/>
          </a:xfrm>
          <a:prstGeom prst="roundRect">
            <a:avLst/>
          </a:prstGeom>
          <a:solidFill>
            <a:srgbClr val="8C2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6EE"/>
                </a:solidFill>
                <a:latin typeface="Consolas"/>
              </a:rPr>
              <a:t>pipx install marrow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6EE"/>
                </a:solidFill>
                <a:latin typeface="Arial"/>
              </a:rPr>
              <a:t>Works with pytest, Jest, go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77240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Big test suites hide their gaps.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5767" y="1691640"/>
            <a:ext cx="1280160" cy="571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606040"/>
            <a:ext cx="853409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Large suites are slow, and nobody knows which tests cover which code.</a:t>
            </a:r>
          </a:p>
          <a:p>
            <a:pPr algn="ctr">
              <a:lnSpc>
                <a:spcPct val="135000"/>
              </a:lnSpc>
              <a:spcBef>
                <a:spcPts val="1800"/>
              </a:spcBef>
              <a:spcAft>
                <a:spcPts val="0"/>
              </a:spcAft>
            </a:pPr>
            <a:r>
              <a:rPr sz="2000" b="0">
                <a:solidFill>
                  <a:srgbClr val="6B6B66"/>
                </a:solidFill>
                <a:latin typeface="Arial"/>
              </a:rPr>
              <a:t>So dead tests linger, and real gaps go unnoticed.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77240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Watch one run. Draw the real map.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5767" y="1691640"/>
            <a:ext cx="1280160" cy="571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606040"/>
            <a:ext cx="853409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Marrow instruments a single test run and produces a test → code coverage map.</a:t>
            </a:r>
          </a:p>
          <a:p>
            <a:pPr algn="ctr">
              <a:lnSpc>
                <a:spcPct val="135000"/>
              </a:lnSpc>
              <a:spcBef>
                <a:spcPts val="1800"/>
              </a:spcBef>
              <a:spcAft>
                <a:spcPts val="0"/>
              </a:spcAft>
            </a:pPr>
            <a:r>
              <a:rPr sz="2000" b="1">
                <a:solidFill>
                  <a:srgbClr val="C2410C"/>
                </a:solidFill>
                <a:latin typeface="Arial"/>
              </a:rPr>
              <a:t>No annotations. No config.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77240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Why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5767" y="1691640"/>
            <a:ext cx="1280160" cy="571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606040"/>
            <a:ext cx="853409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Test suites have outgrown the humans maintaining them.</a:t>
            </a:r>
          </a:p>
          <a:p>
            <a:pPr algn="ctr">
              <a:lnSpc>
                <a:spcPct val="135000"/>
              </a:lnSpc>
              <a:spcBef>
                <a:spcPts val="1800"/>
              </a:spcBef>
              <a:spcAft>
                <a:spcPts val="0"/>
              </a:spcAft>
            </a:pPr>
            <a:r>
              <a:rPr sz="2000" b="0">
                <a:solidFill>
                  <a:srgbClr val="6B6B66"/>
                </a:solidFill>
                <a:latin typeface="Arial"/>
              </a:rPr>
              <a:t>Thousands of tests, years of turnover, no one left who remembers what each one was for. Tracking coverage by hand stopped being realistic a long time ago.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77240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5767" y="1691640"/>
            <a:ext cx="1280160" cy="571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09063" y="2514600"/>
            <a:ext cx="566928" cy="5669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6EE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327" y="3383280"/>
            <a:ext cx="3200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Run it</a:t>
            </a:r>
          </a:p>
          <a:p>
            <a:pPr algn="ctr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</a:pPr>
            <a:r>
              <a:rPr sz="1600" b="0">
                <a:solidFill>
                  <a:srgbClr val="C2410C"/>
                </a:solidFill>
                <a:latin typeface="Consolas"/>
              </a:rPr>
              <a:t>marrow watch -- &lt;your test cmd&gt;</a:t>
            </a:r>
          </a:p>
        </p:txBody>
      </p:sp>
      <p:sp>
        <p:nvSpPr>
          <p:cNvPr id="6" name="Oval 5"/>
          <p:cNvSpPr/>
          <p:nvPr/>
        </p:nvSpPr>
        <p:spPr>
          <a:xfrm>
            <a:off x="5812383" y="2514600"/>
            <a:ext cx="566928" cy="5669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6EE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5647" y="3383280"/>
            <a:ext cx="3200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It records</a:t>
            </a:r>
          </a:p>
          <a:p>
            <a:pPr algn="ctr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</a:pPr>
            <a:r>
              <a:rPr sz="1900" b="0">
                <a:solidFill>
                  <a:srgbClr val="6B6B66"/>
                </a:solidFill>
                <a:latin typeface="Arial"/>
              </a:rPr>
              <a:t>Which lines each test actually exercised.</a:t>
            </a:r>
          </a:p>
        </p:txBody>
      </p:sp>
      <p:sp>
        <p:nvSpPr>
          <p:cNvPr id="8" name="Oval 7"/>
          <p:cNvSpPr/>
          <p:nvPr/>
        </p:nvSpPr>
        <p:spPr>
          <a:xfrm>
            <a:off x="9515703" y="2514600"/>
            <a:ext cx="566928" cy="5669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6EE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8967" y="3383280"/>
            <a:ext cx="3200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It maps</a:t>
            </a:r>
          </a:p>
          <a:p>
            <a:pPr algn="ctr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</a:pPr>
            <a:r>
              <a:rPr sz="1900" b="0">
                <a:solidFill>
                  <a:srgbClr val="6B6B66"/>
                </a:solidFill>
                <a:latin typeface="Arial"/>
              </a:rPr>
              <a:t>An interactive map, plus dead tests and untested 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